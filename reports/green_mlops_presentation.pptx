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solidFill>
            <a:srgbClr val="12302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2302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74A57F"/>
          </a:solidFill>
          <a:ln/>
        </p:spPr>
      </p:sp>
      <p:pic>
        <p:nvPicPr>
          <p:cNvPr id="5" name="Image 0" descr="/tmp/gmlops_slides/icons/lea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8385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Energy-Efficient Machine Learning Operations Pipelines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46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Nandan Muruli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Applied Computer Science -- SRH University Heidelberg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Kamellia Reshadi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pipelines optimize accuracy and latency -- and ignore carbon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learning's growing compute demand carries a real carbon cost. Traditional MLOps pipelines have no built-in way to see it, let alone optimize for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tmp/gmlops_slides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2598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172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latency, throughput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3447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automatically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/tmp/gmlops_slides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412851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041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carbon footprint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4315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 tracked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/tmp/gmlops_slides/icons/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99719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910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34440" y="5184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telemetry hook for sustainability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40880" y="150876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3F7F4"/>
          </a:solidFill>
          <a:ln/>
        </p:spPr>
      </p:sp>
      <p:sp>
        <p:nvSpPr>
          <p:cNvPr id="18" name="Text 13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goal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360920" y="2194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and evaluate a pipeline that treats energy efficiency as a first-class metric -- alongside accuracy -- using a real, end-to-end ML workload.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36092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workload: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360920" y="3977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 for sentiment classification on IMDb reviews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7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74A57F"/>
          </a:solidFill>
          <a:ln/>
        </p:spPr>
      </p:sp>
      <p:pic>
        <p:nvPicPr>
          <p:cNvPr id="5" name="Image 0" descr="/tmp/gmlops_slides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8633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power-consumption tracking be integrated non-intrusively into automated ML training and deployment loops?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B4332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tmp/gmlops_slides/icons/balance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70" y="218633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42900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quantitative trade-off between model performance (F1) and energy consumption under model compression?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7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549640" y="2103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/tmp/gmlops_slides/icons/tachome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850" y="218633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342900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data-driven scheduling and execution-level resource capping cut emissions without breaching latency SLAs?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reproducible pipeline -- not a simulation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5" name="Image 0" descr="/tmp/gmlops_slides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818" y="19238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pipeline versioning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560320" y="1965960"/>
            <a:ext cx="2590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59404" y="18288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1" descr="/tmp/gmlops_slides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501" y="192389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19324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2819324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31004" y="1965960"/>
            <a:ext cx="2590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5" name="Image 2" descr="/tmp/gmlops_slides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185" y="192389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90008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CodeCarbon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5090008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emissions telemetry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101688" y="1965960"/>
            <a:ext cx="2590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8000771" y="18288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0" name="Image 3" descr="/tmp/gmlops_slides/icons/dock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869" y="1923898"/>
            <a:ext cx="541325" cy="5413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691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360691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execution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372371" y="1965960"/>
            <a:ext cx="2590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271455" y="18288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5" name="Image 4" descr="/tmp/gmlops_slides/icons/githu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553" y="1923898"/>
            <a:ext cx="541325" cy="5413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31375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9631375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lint + smoke tests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5263"/>
            </a:avLst>
          </a:prstGeom>
          <a:solidFill>
            <a:srgbClr val="F3F7F4"/>
          </a:solidFill>
          <a:ln/>
        </p:spPr>
      </p:sp>
      <p:sp>
        <p:nvSpPr>
          <p:cNvPr id="29" name="Text 22"/>
          <p:cNvSpPr/>
          <p:nvPr/>
        </p:nvSpPr>
        <p:spPr>
          <a:xfrm>
            <a:off x="868680" y="44074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configs/config.yaml is the single source of truth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868680" y="4773168"/>
            <a:ext cx="104543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sizes, model choice, training hyperparameters, compression settings, SLA threshold, and thread caps all live in one config file -- every pipeline stage (dvc.yaml) reads from it, so nothing is hardcoded per script.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Scope Adaptation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constraint, not a shortcut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tmp/gmlops_slides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6198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36192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available hardware has no Intel RAPL interface and no NVIDIA GPU -- so two components specified in the expose were substituted, and the substitution is reported as a limitation, not hidden.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536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(expose)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78728" y="2514600"/>
            <a:ext cx="536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(this project)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364328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971800"/>
            <a:ext cx="499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Scaphandre (Intel RAPL / Kubernetes)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2971800"/>
            <a:ext cx="5364328" cy="777240"/>
          </a:xfrm>
          <a:prstGeom prst="roundRect">
            <a:avLst>
              <a:gd name="adj" fmla="val 9412"/>
            </a:avLst>
          </a:prstGeom>
          <a:solidFill>
            <a:srgbClr val="F3F7F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1608" y="2971800"/>
            <a:ext cx="499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CodeCarbon-only telemetry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5364328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931920"/>
            <a:ext cx="499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power-capping (nvidia-smi)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78728" y="3931920"/>
            <a:ext cx="5364328" cy="777240"/>
          </a:xfrm>
          <a:prstGeom prst="roundRect">
            <a:avLst>
              <a:gd name="adj" fmla="val 9412"/>
            </a:avLst>
          </a:prstGeom>
          <a:solidFill>
            <a:srgbClr val="F3F7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61608" y="3931920"/>
            <a:ext cx="499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CPU-thread-count cap (torch.set_num_threads)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5364328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4892040"/>
            <a:ext cx="499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Kubernetes dashboard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78728" y="4892040"/>
            <a:ext cx="5364328" cy="777240"/>
          </a:xfrm>
          <a:prstGeom prst="roundRect">
            <a:avLst>
              <a:gd name="adj" fmla="val 9412"/>
            </a:avLst>
          </a:prstGeom>
          <a:solidFill>
            <a:srgbClr val="F3F7F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61608" y="4892040"/>
            <a:ext cx="499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UI + static HTML dashboard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RQ1 -- Non-Intrusive Telemetry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manager, zero changes to the training loop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AD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GreenTracker(project_name="imdb_baseline_run"):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trainer.train()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existing training code in a single context manager logs CodeCarbon's emissions estimate straight into the same MLflow run as accuracy and loss -- no separate dashboard, no training-loop changes.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baseline training runs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05740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4630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(mg CO2e)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(Wh)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35040" y="3520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logs/emissions.csv, captured automatically -- no manual measurement.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RQ2 -- Compression Trade-off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wins; unstructured pruning doesn't pay off here</a:t>
            </a:r>
            <a:endParaRPr lang="en-US" sz="1500" dirty="0"/>
          </a:p>
        </p:txBody>
      </p:sp>
      <p:pic>
        <p:nvPicPr>
          <p:cNvPr id="4" name="Image 0" descr="/tmp/gmlops_slides/charts/rq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1124712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46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-48%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25112" y="4846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-53%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325112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01584" y="4846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-6.3 pp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101584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(quantized)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RQ3a -- Resource Capping vs. Latency SLA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CPU-thread cap as a proxy for GPU power-capping</a:t>
            </a:r>
            <a:endParaRPr lang="en-US" sz="1500" dirty="0"/>
          </a:p>
        </p:txBody>
      </p:sp>
      <p:pic>
        <p:nvPicPr>
          <p:cNvPr id="4" name="Image 0" descr="/tmp/gmlops_slides/charts/rq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0350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41732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3F7F4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691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14884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thread cap violated the 500ms SLA.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thread: 37% lower measured emissions than 4 threads -- but p95 latency used 91% of the SLA budget (vs. 74% at 4 threads).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confirmed: capping resources lowers energy draw at the cost of a thinner latency safety margin.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RQ3b -- Scheduling: Grid Search vs. Early Stopping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scheduling wins on both energy and quality</a:t>
            </a:r>
            <a:endParaRPr lang="en-US" sz="1500" dirty="0"/>
          </a:p>
        </p:txBody>
      </p:sp>
      <p:pic>
        <p:nvPicPr>
          <p:cNvPr id="4" name="Image 0" descr="/tmp/gmlops_slides/charts/rq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463040"/>
            <a:ext cx="5669280" cy="3931920"/>
          </a:xfrm>
          <a:prstGeom prst="roundRect">
            <a:avLst>
              <a:gd name="adj" fmla="val 2791"/>
            </a:avLst>
          </a:prstGeom>
          <a:solidFill>
            <a:srgbClr val="1B4332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7373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943600" y="2514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 than brute-force grid search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2461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configs x 1 epoch, best eval loss 0.680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run, stopped after 3 epochs, eval loss 0.514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4343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grid search explored breadth (4 configs) while early stopping explored depth (1 config, more epochs) -- not a perfectly controlled comparison, but a real result in this setting.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 RAPL / NVIDIA GPU -- Scaphandre and true GPU capping untested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fine-tuning scale (500 train examples) for time-budget reasons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CodeCarbon readings noisy at sub-5-second evaluation timescales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pruning shows no speedup without a sparse-compute runtime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vs. early stopping conflates search breadth and depth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7452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CPU-cap proxy against real Scaphandre + GPU power-capping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the full IMDb training set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structured pruning / knowledge distillation for real speedups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benchmarks across seeds to report variance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MLOps -- Case Study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solidFill>
            <a:srgbClr val="123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371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context-manager wrapper integrates carbon telemetry non-intrusively, unified with existing MLflow tracking.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4231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is the clear win (-48% size, -53% latency, -6.3pp accuracy); unstructured pruning is not, on this hardware.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4747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capping trades latency margin for lower energy; adaptive early stopping beat brute-force search on both energy and quality.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49377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/tmp/gmlops_slides/icons/question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945" y="5044745"/>
            <a:ext cx="608990" cy="60899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--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2026-09-02T09:00:22Z</dcterms:created>
  <dcterms:modified xsi:type="dcterms:W3CDTF">2026-09-02T09:00:22Z</dcterms:modified>
</cp:coreProperties>
</file>